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76D6-3E32-C046-F541-C7CB28336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9094" y="508630"/>
            <a:ext cx="8637073" cy="2541431"/>
          </a:xfrm>
        </p:spPr>
        <p:txBody>
          <a:bodyPr/>
          <a:lstStyle/>
          <a:p>
            <a:r>
              <a:rPr lang="en-US" u="sng" dirty="0"/>
              <a:t>Self Introduction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D24DE-0738-3981-1254-E8E9008DE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807939"/>
            <a:ext cx="8637072" cy="977621"/>
          </a:xfrm>
        </p:spPr>
        <p:txBody>
          <a:bodyPr>
            <a:normAutofit fontScale="92500"/>
          </a:bodyPr>
          <a:lstStyle/>
          <a:p>
            <a:pPr algn="ctr"/>
            <a:r>
              <a:rPr lang="en-US" i="1" dirty="0"/>
              <a:t>Hello, I’m Amna tanveer, a first-year student. My interests are in Economics Arts, and I enjoy Crocheting  I look forward to growing academically and personally.”</a:t>
            </a:r>
          </a:p>
        </p:txBody>
      </p:sp>
    </p:spTree>
    <p:extLst>
      <p:ext uri="{BB962C8B-B14F-4D97-AF65-F5344CB8AC3E}">
        <p14:creationId xmlns:p14="http://schemas.microsoft.com/office/powerpoint/2010/main" val="239669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3910-B28F-216A-302D-BD0A02FD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191" y="770188"/>
            <a:ext cx="9760049" cy="621467"/>
          </a:xfrm>
        </p:spPr>
        <p:txBody>
          <a:bodyPr/>
          <a:lstStyle/>
          <a:p>
            <a:r>
              <a:rPr lang="en-US" b="1" u="sng" dirty="0"/>
              <a:t>Personality traits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C102-BB9E-FC8B-37EE-53BEAFBDB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Adaptable:</a:t>
            </a:r>
            <a:endParaRPr lang="en-US" dirty="0"/>
          </a:p>
          <a:p>
            <a:r>
              <a:rPr lang="en-US" i="1" dirty="0"/>
              <a:t>I adjust easily to new situations.</a:t>
            </a:r>
          </a:p>
          <a:p>
            <a:r>
              <a:rPr lang="en-US" b="1" u="sng" dirty="0"/>
              <a:t>Creative:</a:t>
            </a:r>
            <a:endParaRPr lang="en-US" dirty="0"/>
          </a:p>
          <a:p>
            <a:r>
              <a:rPr lang="en-US" i="1" dirty="0"/>
              <a:t>I enjoy bringing new ideas and solutions. </a:t>
            </a:r>
          </a:p>
          <a:p>
            <a:r>
              <a:rPr lang="en-US" b="1" u="sng" dirty="0"/>
              <a:t>Curious:</a:t>
            </a:r>
            <a:endParaRPr lang="en-US" dirty="0"/>
          </a:p>
          <a:p>
            <a:r>
              <a:rPr lang="en-US" i="1" dirty="0"/>
              <a:t>I like to explore and learn new things.</a:t>
            </a:r>
          </a:p>
        </p:txBody>
      </p:sp>
    </p:spTree>
    <p:extLst>
      <p:ext uri="{BB962C8B-B14F-4D97-AF65-F5344CB8AC3E}">
        <p14:creationId xmlns:p14="http://schemas.microsoft.com/office/powerpoint/2010/main" val="177353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F4AF-2B1A-C346-765A-8E56A0DB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Hobbies and interests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B718-CC2C-0B90-352E-6022EE3F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853754"/>
            <a:ext cx="9603275" cy="3932683"/>
          </a:xfrm>
        </p:spPr>
        <p:txBody>
          <a:bodyPr>
            <a:normAutofit/>
          </a:bodyPr>
          <a:lstStyle/>
          <a:p>
            <a:r>
              <a:rPr lang="en-US" b="1" u="sng" dirty="0"/>
              <a:t>Hobbies:</a:t>
            </a:r>
            <a:r>
              <a:rPr lang="en-US" dirty="0"/>
              <a:t> </a:t>
            </a:r>
          </a:p>
          <a:p>
            <a:r>
              <a:rPr lang="en-US" i="1" dirty="0"/>
              <a:t>Crocheting: I enjoy crocheting, crafting, and designing new things.  
Photography: Capturing moments through pictures inspires me to notice details.</a:t>
            </a:r>
          </a:p>
          <a:p>
            <a:r>
              <a:rPr lang="en-US" i="1" dirty="0"/>
              <a:t>Sketching &amp; Drawing: I enjoy sketching, which helps</a:t>
            </a:r>
            <a:r>
              <a:rPr lang="en-US" dirty="0"/>
              <a:t> </a:t>
            </a:r>
            <a:r>
              <a:rPr lang="en-US" i="1" dirty="0"/>
              <a:t>me</a:t>
            </a:r>
            <a:r>
              <a:rPr lang="en-US" dirty="0"/>
              <a:t> </a:t>
            </a:r>
            <a:r>
              <a:rPr lang="en-US" i="1" dirty="0"/>
              <a:t>express</a:t>
            </a:r>
            <a:r>
              <a:rPr lang="en-US" dirty="0"/>
              <a:t> </a:t>
            </a:r>
            <a:r>
              <a:rPr lang="en-US" i="1" dirty="0"/>
              <a:t>creativity</a:t>
            </a:r>
            <a:r>
              <a:rPr lang="en-US" dirty="0"/>
              <a:t> </a:t>
            </a:r>
            <a:r>
              <a:rPr lang="en-US" i="1" dirty="0"/>
              <a:t>visually</a:t>
            </a:r>
            <a:r>
              <a:rPr lang="en-US" dirty="0"/>
              <a:t>. </a:t>
            </a:r>
          </a:p>
          <a:p>
            <a:r>
              <a:rPr lang="en-US" b="1" u="sng" dirty="0"/>
              <a:t>Interests:</a:t>
            </a:r>
            <a:endParaRPr lang="en-US" dirty="0"/>
          </a:p>
          <a:p>
            <a:r>
              <a:rPr lang="en-US" i="1" dirty="0"/>
              <a:t>Exploring</a:t>
            </a:r>
            <a:r>
              <a:rPr lang="en-US" dirty="0"/>
              <a:t> </a:t>
            </a:r>
            <a:r>
              <a:rPr lang="en-US" i="1" dirty="0"/>
              <a:t>Cultures: I</a:t>
            </a:r>
            <a:r>
              <a:rPr lang="en-US" dirty="0"/>
              <a:t> </a:t>
            </a:r>
            <a:r>
              <a:rPr lang="en-US" i="1" dirty="0"/>
              <a:t>enjoy</a:t>
            </a:r>
            <a:r>
              <a:rPr lang="en-US" dirty="0"/>
              <a:t> </a:t>
            </a:r>
            <a:r>
              <a:rPr lang="en-US" i="1" dirty="0"/>
              <a:t>learning</a:t>
            </a:r>
            <a:r>
              <a:rPr lang="en-US" dirty="0"/>
              <a:t> </a:t>
            </a:r>
            <a:r>
              <a:rPr lang="en-US" i="1" dirty="0"/>
              <a:t>about</a:t>
            </a:r>
            <a:r>
              <a:rPr lang="en-US" dirty="0"/>
              <a:t> </a:t>
            </a:r>
            <a:r>
              <a:rPr lang="en-US" i="1" dirty="0"/>
              <a:t>different</a:t>
            </a:r>
            <a:r>
              <a:rPr lang="en-US" dirty="0"/>
              <a:t> </a:t>
            </a:r>
            <a:r>
              <a:rPr lang="en-US" i="1" dirty="0"/>
              <a:t>cultures</a:t>
            </a:r>
            <a:r>
              <a:rPr lang="en-US" dirty="0"/>
              <a:t>.</a:t>
            </a:r>
          </a:p>
          <a:p>
            <a:r>
              <a:rPr lang="en-US" i="1" dirty="0"/>
              <a:t>Personal</a:t>
            </a:r>
            <a:r>
              <a:rPr lang="en-US" dirty="0"/>
              <a:t> </a:t>
            </a:r>
            <a:r>
              <a:rPr lang="en-US" i="1" dirty="0"/>
              <a:t>Growth: I</a:t>
            </a:r>
            <a:r>
              <a:rPr lang="en-US" dirty="0"/>
              <a:t> </a:t>
            </a:r>
            <a:r>
              <a:rPr lang="en-US" i="1" dirty="0"/>
              <a:t>like</a:t>
            </a:r>
            <a:r>
              <a:rPr lang="en-US" dirty="0"/>
              <a:t> </a:t>
            </a:r>
            <a:r>
              <a:rPr lang="en-US" i="1" dirty="0"/>
              <a:t>activities</a:t>
            </a:r>
            <a:r>
              <a:rPr lang="en-US" dirty="0"/>
              <a:t> </a:t>
            </a:r>
            <a:r>
              <a:rPr lang="en-US" i="1" dirty="0"/>
              <a:t>that</a:t>
            </a:r>
            <a:r>
              <a:rPr lang="en-US" dirty="0"/>
              <a:t> </a:t>
            </a:r>
            <a:r>
              <a:rPr lang="en-US" i="1" dirty="0"/>
              <a:t>help</a:t>
            </a:r>
            <a:r>
              <a:rPr lang="en-US" dirty="0"/>
              <a:t> </a:t>
            </a:r>
            <a:r>
              <a:rPr lang="en-US" i="1" dirty="0"/>
              <a:t>me</a:t>
            </a:r>
            <a:r>
              <a:rPr lang="en-US" dirty="0"/>
              <a:t> </a:t>
            </a:r>
            <a:r>
              <a:rPr lang="en-US" i="1" dirty="0"/>
              <a:t>improve</a:t>
            </a:r>
            <a:r>
              <a:rPr lang="en-US" dirty="0"/>
              <a:t> </a:t>
            </a:r>
            <a:r>
              <a:rPr lang="en-US" i="1" dirty="0"/>
              <a:t>myself</a:t>
            </a:r>
            <a:r>
              <a:rPr lang="en-US" dirty="0"/>
              <a:t>. </a:t>
            </a:r>
          </a:p>
          <a:p>
            <a:r>
              <a:rPr lang="en-US" i="1" dirty="0"/>
              <a:t>Traveling</a:t>
            </a:r>
            <a:r>
              <a:rPr lang="en-US" dirty="0"/>
              <a:t> </a:t>
            </a:r>
            <a:r>
              <a:rPr lang="en-US" i="1" dirty="0"/>
              <a:t>&amp;</a:t>
            </a:r>
            <a:r>
              <a:rPr lang="en-US" dirty="0"/>
              <a:t> </a:t>
            </a:r>
            <a:r>
              <a:rPr lang="en-US" i="1" dirty="0"/>
              <a:t>Experiences: I</a:t>
            </a:r>
            <a:r>
              <a:rPr lang="en-US" dirty="0"/>
              <a:t> </a:t>
            </a:r>
            <a:r>
              <a:rPr lang="en-US" i="1" dirty="0"/>
              <a:t>am</a:t>
            </a:r>
            <a:r>
              <a:rPr lang="en-US" dirty="0"/>
              <a:t> </a:t>
            </a:r>
            <a:r>
              <a:rPr lang="en-US" i="1" dirty="0"/>
              <a:t>interested</a:t>
            </a:r>
            <a:r>
              <a:rPr lang="en-US" dirty="0"/>
              <a:t> </a:t>
            </a:r>
            <a:r>
              <a:rPr lang="en-US" i="1" dirty="0"/>
              <a:t>in</a:t>
            </a:r>
            <a:r>
              <a:rPr lang="en-US" dirty="0"/>
              <a:t> </a:t>
            </a:r>
            <a:r>
              <a:rPr lang="en-US" i="1" dirty="0"/>
              <a:t>visiting</a:t>
            </a:r>
            <a:r>
              <a:rPr lang="en-US" dirty="0"/>
              <a:t> </a:t>
            </a:r>
            <a:r>
              <a:rPr lang="en-US" i="1" dirty="0"/>
              <a:t>new</a:t>
            </a:r>
            <a:r>
              <a:rPr lang="en-US" dirty="0"/>
              <a:t> </a:t>
            </a:r>
            <a:r>
              <a:rPr lang="en-US" i="1" dirty="0"/>
              <a:t>places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71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B830-903B-CA49-8835-1343F4F1C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b="1" u="sng" dirty="0"/>
              <a:t>Academic</a:t>
            </a:r>
            <a:r>
              <a:rPr lang="en-US" dirty="0"/>
              <a:t> </a:t>
            </a:r>
            <a:r>
              <a:rPr lang="en-US" b="1" u="sng" dirty="0"/>
              <a:t>Achievement:</a:t>
            </a:r>
            <a:endParaRPr lang="en-US" dirty="0"/>
          </a:p>
          <a:p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i="1" dirty="0"/>
              <a:t>maintained good grades and built strong study habits.</a:t>
            </a:r>
          </a:p>
          <a:p>
            <a:r>
              <a:rPr lang="en-US" i="1" dirty="0"/>
              <a:t>I improved my presentation and communication skills in class. </a:t>
            </a:r>
          </a:p>
          <a:p>
            <a:r>
              <a:rPr lang="en-US" i="1" dirty="0"/>
              <a:t>I actively participated in assignments and projects.</a:t>
            </a:r>
          </a:p>
          <a:p>
            <a:r>
              <a:rPr lang="en-US" b="1" u="sng" dirty="0"/>
              <a:t>Personal</a:t>
            </a:r>
            <a:r>
              <a:rPr lang="en-US" dirty="0"/>
              <a:t> </a:t>
            </a:r>
            <a:r>
              <a:rPr lang="en-US" b="1" u="sng" dirty="0"/>
              <a:t>Achievement:</a:t>
            </a:r>
          </a:p>
          <a:p>
            <a:r>
              <a:rPr lang="en-US" i="1" dirty="0"/>
              <a:t>I improved my confidence by speaking in front of the class. 
I learned to work well in groups and respect others’ opinions. </a:t>
            </a:r>
          </a:p>
          <a:p>
            <a:r>
              <a:rPr lang="en-US" i="1" dirty="0"/>
              <a:t>I discovered new hobbies that helped me express my creativity.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58D506-0854-71F2-855C-9E5A1923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Academic/ personal achievement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567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79C1-9B53-2318-5518-127CE156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Skills learned in this course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36E62-C936-5240-F105-27F59192C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Word, Excel, Power point </a:t>
            </a:r>
          </a:p>
          <a:p>
            <a:r>
              <a:rPr lang="en-US" i="1" dirty="0"/>
              <a:t>Basic programming and networking </a:t>
            </a:r>
            <a:r>
              <a:rPr lang="en-US" i="1" dirty="0" err="1"/>
              <a:t>etc</a:t>
            </a:r>
            <a:endParaRPr lang="en-US" i="1" dirty="0"/>
          </a:p>
          <a:p>
            <a:r>
              <a:rPr lang="en-US" b="1" u="sng" dirty="0"/>
              <a:t>Favorite topic/ tool:</a:t>
            </a:r>
          </a:p>
          <a:p>
            <a:r>
              <a:rPr lang="en-US" i="1" dirty="0"/>
              <a:t>MS word</a:t>
            </a:r>
          </a:p>
        </p:txBody>
      </p:sp>
    </p:spTree>
    <p:extLst>
      <p:ext uri="{BB962C8B-B14F-4D97-AF65-F5344CB8AC3E}">
        <p14:creationId xmlns:p14="http://schemas.microsoft.com/office/powerpoint/2010/main" val="2750917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791C-6DAF-CAA1-0D45-E3832641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Strengths and weakness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C75A8-D7F8-D4D6-AEF7-D5171A3A5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99331"/>
          </a:xfrm>
        </p:spPr>
        <p:txBody>
          <a:bodyPr/>
          <a:lstStyle/>
          <a:p>
            <a:r>
              <a:rPr lang="en-US" b="1" u="sng" dirty="0"/>
              <a:t>Strengths: </a:t>
            </a:r>
            <a:endParaRPr lang="en-US" i="1" dirty="0"/>
          </a:p>
          <a:p>
            <a:r>
              <a:rPr lang="en-US" i="1" dirty="0"/>
              <a:t>Adaptability: I adjust quickly to new environments and situations </a:t>
            </a:r>
          </a:p>
          <a:p>
            <a:r>
              <a:rPr lang="en-US" i="1" dirty="0"/>
              <a:t>Creativity: I like finding new ideas and creative solutions to problems.</a:t>
            </a:r>
          </a:p>
          <a:p>
            <a:r>
              <a:rPr lang="en-US" i="1" dirty="0"/>
              <a:t>Teamwork: I work well with others and contribute positively in group settings.</a:t>
            </a:r>
          </a:p>
          <a:p>
            <a:r>
              <a:rPr lang="en-US" b="1" u="sng" dirty="0"/>
              <a:t>Weakness:</a:t>
            </a:r>
          </a:p>
          <a:p>
            <a:r>
              <a:rPr lang="en-US" i="1" dirty="0"/>
              <a:t>Easily</a:t>
            </a:r>
            <a:r>
              <a:rPr lang="en-US" dirty="0"/>
              <a:t> </a:t>
            </a:r>
            <a:r>
              <a:rPr lang="en-US" i="1" dirty="0"/>
              <a:t>Panicked</a:t>
            </a:r>
            <a:r>
              <a:rPr lang="en-US" dirty="0"/>
              <a:t>: </a:t>
            </a:r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i="1" dirty="0"/>
              <a:t>get</a:t>
            </a:r>
            <a:r>
              <a:rPr lang="en-US" dirty="0"/>
              <a:t> </a:t>
            </a:r>
            <a:r>
              <a:rPr lang="en-US" i="1" dirty="0"/>
              <a:t>stressed</a:t>
            </a:r>
            <a:r>
              <a:rPr lang="en-US" dirty="0"/>
              <a:t> </a:t>
            </a:r>
            <a:r>
              <a:rPr lang="en-US" i="1" dirty="0"/>
              <a:t>quickly</a:t>
            </a:r>
            <a:r>
              <a:rPr lang="en-US" dirty="0"/>
              <a:t> </a:t>
            </a:r>
            <a:r>
              <a:rPr lang="en-US" i="1" dirty="0"/>
              <a:t>in</a:t>
            </a:r>
            <a:r>
              <a:rPr lang="en-US" dirty="0"/>
              <a:t> </a:t>
            </a:r>
            <a:r>
              <a:rPr lang="en-US" i="1" dirty="0"/>
              <a:t>unexpected</a:t>
            </a:r>
            <a:r>
              <a:rPr lang="en-US" dirty="0"/>
              <a:t> </a:t>
            </a:r>
            <a:r>
              <a:rPr lang="en-US" i="1" dirty="0"/>
              <a:t>situations</a:t>
            </a:r>
            <a:r>
              <a:rPr lang="en-US" dirty="0"/>
              <a:t>. </a:t>
            </a:r>
          </a:p>
          <a:p>
            <a:r>
              <a:rPr lang="en-US" i="1" dirty="0"/>
              <a:t>Time</a:t>
            </a:r>
            <a:r>
              <a:rPr lang="en-US" dirty="0"/>
              <a:t> </a:t>
            </a:r>
            <a:r>
              <a:rPr lang="en-US" i="1" dirty="0"/>
              <a:t>Management</a:t>
            </a:r>
            <a:r>
              <a:rPr lang="en-US" dirty="0"/>
              <a:t>: </a:t>
            </a:r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i="1" dirty="0"/>
              <a:t>sometimes</a:t>
            </a:r>
            <a:r>
              <a:rPr lang="en-US" dirty="0"/>
              <a:t> </a:t>
            </a:r>
            <a:r>
              <a:rPr lang="en-US" i="1" dirty="0"/>
              <a:t>struggle</a:t>
            </a:r>
            <a:r>
              <a:rPr lang="en-US" dirty="0"/>
              <a:t> </a:t>
            </a:r>
            <a:r>
              <a:rPr lang="en-US" i="1" dirty="0"/>
              <a:t>to</a:t>
            </a:r>
            <a:r>
              <a:rPr lang="en-US" dirty="0"/>
              <a:t> </a:t>
            </a:r>
            <a:r>
              <a:rPr lang="en-US" i="1" dirty="0"/>
              <a:t>balance</a:t>
            </a:r>
            <a:r>
              <a:rPr lang="en-US" dirty="0"/>
              <a:t> </a:t>
            </a:r>
            <a:r>
              <a:rPr lang="en-US" i="1" dirty="0"/>
              <a:t>multiple</a:t>
            </a:r>
            <a:r>
              <a:rPr lang="en-US" dirty="0"/>
              <a:t> </a:t>
            </a:r>
            <a:r>
              <a:rPr lang="en-US" i="1" dirty="0"/>
              <a:t>tasks</a:t>
            </a:r>
            <a:r>
              <a:rPr lang="en-US" dirty="0"/>
              <a:t> </a:t>
            </a:r>
            <a:r>
              <a:rPr lang="en-US" i="1" dirty="0"/>
              <a:t>at</a:t>
            </a:r>
            <a:r>
              <a:rPr lang="en-US" dirty="0"/>
              <a:t> </a:t>
            </a:r>
            <a:r>
              <a:rPr lang="en-US" i="1" dirty="0"/>
              <a:t>once</a:t>
            </a:r>
            <a:r>
              <a:rPr lang="en-US" dirty="0"/>
              <a:t>.</a:t>
            </a:r>
          </a:p>
          <a:p>
            <a:r>
              <a:rPr lang="en-US" i="1" dirty="0"/>
              <a:t>Overthinking</a:t>
            </a:r>
            <a:r>
              <a:rPr lang="en-US" dirty="0"/>
              <a:t>: </a:t>
            </a:r>
            <a:r>
              <a:rPr lang="en-US" i="1" dirty="0"/>
              <a:t>Sometimes</a:t>
            </a:r>
            <a:r>
              <a:rPr lang="en-US" dirty="0"/>
              <a:t> </a:t>
            </a:r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i="1" dirty="0"/>
              <a:t>spend</a:t>
            </a:r>
            <a:r>
              <a:rPr lang="en-US" dirty="0"/>
              <a:t> </a:t>
            </a:r>
            <a:r>
              <a:rPr lang="en-US" i="1" dirty="0"/>
              <a:t>too</a:t>
            </a:r>
            <a:r>
              <a:rPr lang="en-US" dirty="0"/>
              <a:t> </a:t>
            </a:r>
            <a:r>
              <a:rPr lang="en-US" i="1" dirty="0"/>
              <a:t>much</a:t>
            </a:r>
            <a:r>
              <a:rPr lang="en-US" dirty="0"/>
              <a:t> </a:t>
            </a:r>
            <a:r>
              <a:rPr lang="en-US" i="1" dirty="0"/>
              <a:t>time</a:t>
            </a:r>
            <a:r>
              <a:rPr lang="en-US" dirty="0"/>
              <a:t> </a:t>
            </a:r>
            <a:r>
              <a:rPr lang="en-US" i="1" dirty="0"/>
              <a:t>analyzing</a:t>
            </a:r>
            <a:r>
              <a:rPr lang="en-US" dirty="0"/>
              <a:t> </a:t>
            </a:r>
            <a:r>
              <a:rPr lang="en-US" i="1" dirty="0"/>
              <a:t>small</a:t>
            </a:r>
            <a:r>
              <a:rPr lang="en-US" dirty="0"/>
              <a:t> </a:t>
            </a:r>
            <a:r>
              <a:rPr lang="en-US" i="1" dirty="0"/>
              <a:t>details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07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5982-9AC7-5BB1-B3EF-8D9390B8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2769-0C72-FF1C-649B-58DAE8BB9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9758"/>
            <a:ext cx="9603275" cy="2738484"/>
          </a:xfrm>
        </p:spPr>
        <p:txBody>
          <a:bodyPr/>
          <a:lstStyle/>
          <a:p>
            <a:pPr marL="0" indent="0" algn="ctr">
              <a:buNone/>
            </a:pPr>
            <a:r>
              <a:rPr lang="en-US" i="1" dirty="0"/>
              <a:t>My goal is to do well in my studies, build confidence, and improve my communication skills. I also want to explore new opportunities, learn from experiences, and prepare myself for a successful career while becoming a better version of myself every day.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7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491B-FABB-6150-EFC0-E29CF429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86526"/>
            <a:ext cx="9603275" cy="1049235"/>
          </a:xfrm>
        </p:spPr>
        <p:txBody>
          <a:bodyPr/>
          <a:lstStyle/>
          <a:p>
            <a:r>
              <a:rPr lang="en-US" b="1" u="sng" dirty="0"/>
              <a:t>Role model/inspiration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D269-6381-FD74-1ED4-22D05F61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15732"/>
            <a:ext cx="9603275" cy="3450613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i="1" dirty="0"/>
              <a:t>My role model is Imran Khan because of his hard work, leadership, and dedication to helping others. I admire how he achieved success in cricket and then worked to serve his country. His determination inspires me to focus on my studies and try new things. Like him, I try to face challenges with patience and put effort into my hobbies and goals, while always trying to do my best.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09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50FD-43B8-C8A4-061C-EE5764E7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Closing/fun fact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C0826-CD23-E464-8851-2D646E2A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</a:t>
            </a:r>
            <a:r>
              <a:rPr lang="en-US" i="1" dirty="0"/>
              <a:t>Thanks for your time! A fun fact about me is that I enjoy little experiments with creativity, like making things no one expects me to make.”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429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Gallery</vt:lpstr>
      <vt:lpstr>Self Introduction </vt:lpstr>
      <vt:lpstr>Personality traits </vt:lpstr>
      <vt:lpstr>Hobbies and interests </vt:lpstr>
      <vt:lpstr>Academic/ personal achievement </vt:lpstr>
      <vt:lpstr>Skills learned in this course </vt:lpstr>
      <vt:lpstr>Strengths and weakness</vt:lpstr>
      <vt:lpstr>Future goals</vt:lpstr>
      <vt:lpstr>Role model/inspiration </vt:lpstr>
      <vt:lpstr>Closing/fun fact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Introduction </dc:title>
  <dc:creator>Guest User</dc:creator>
  <cp:lastModifiedBy>Guest User</cp:lastModifiedBy>
  <cp:revision>3</cp:revision>
  <dcterms:created xsi:type="dcterms:W3CDTF">2025-09-27T11:35:38Z</dcterms:created>
  <dcterms:modified xsi:type="dcterms:W3CDTF">2025-09-27T13:19:51Z</dcterms:modified>
</cp:coreProperties>
</file>